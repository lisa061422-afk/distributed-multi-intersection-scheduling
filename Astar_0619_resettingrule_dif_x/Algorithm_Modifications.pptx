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F6BB0"/>
                </a:solidFill>
              </a:rPr>
              <a:t>WeakRule ON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56B82"/>
                </a:solidFill>
              </a:rPr>
              <a:t>Four Core Modifications for Optimality and Efficiency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200400" cy="5486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2743200" cy="82296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7355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Mod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6616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F0FF"/>
                </a:solidFill>
              </a:rPr>
              <a:t>Pairwise Priority Lock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200400"/>
            <a:ext cx="2743200" cy="82296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327355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Mod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356616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F0FF"/>
                </a:solidFill>
              </a:rPr>
              <a:t>x / V_temp Co-Decision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200400"/>
            <a:ext cx="2743200" cy="822960"/>
          </a:xfrm>
          <a:prstGeom prst="rect">
            <a:avLst/>
          </a:prstGeom>
          <a:solidFill>
            <a:srgbClr val="D3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27355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Mod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56616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F0FF"/>
                </a:solidFill>
              </a:rPr>
              <a:t>reset_since — Stale Record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3200400"/>
            <a:ext cx="2743200" cy="82296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327355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Mod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356616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F0FF"/>
                </a:solidFill>
              </a:rPr>
              <a:t>T_bound Pruning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B82"/>
                </a:solidFill>
              </a:rPr>
              <a:t>Single-Intersection Centralized Decision Tree Scheduler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 1 — Pairwise Priority 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Preventing redundant branching and cycling in resource contention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6BB0"/>
                </a:solidFill>
              </a:rPr>
              <a:t>Mod 1 / 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10058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064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078992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Each time two systems contest the same resource, a new branch is created → exponential tree growth and cycling.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11430000" cy="34747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276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 Structure:  pair_lock(i, j) = winner  —  N × N integer matrix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29968"/>
            <a:ext cx="2249424" cy="3474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10312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BB0"/>
                </a:solidFill>
              </a:rPr>
              <a:t>pair_lock(i, j)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2029968"/>
            <a:ext cx="4078224" cy="3474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2" y="2103120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BB0"/>
                </a:solidFill>
              </a:rPr>
              <a:t>Meaning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029968"/>
            <a:ext cx="4809744" cy="3474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2103120"/>
            <a:ext cx="4700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BB0"/>
                </a:solidFill>
              </a:rPr>
              <a:t>Effect at next contention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2249424" cy="3474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0545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2414016"/>
            <a:ext cx="4078224" cy="3474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9192" y="2505456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Never competed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2414016"/>
            <a:ext cx="4809744" cy="3474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2505456"/>
            <a:ext cx="4700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Generate two branches (enumerate both priorities)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798064"/>
            <a:ext cx="2249424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2889504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= 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2798064"/>
            <a:ext cx="4078224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9192" y="2889504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j won over 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2798064"/>
            <a:ext cx="4809744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2889504"/>
            <a:ext cx="4700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8A44"/>
                </a:solidFill>
              </a:rPr>
              <a:t>j auto-wins — no new branch created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182112"/>
            <a:ext cx="2249424" cy="3474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273552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= 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3182112"/>
            <a:ext cx="4078224" cy="3474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9192" y="3273552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i won over j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3182112"/>
            <a:ext cx="4809744" cy="3474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93992" y="3273552"/>
            <a:ext cx="4700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8A44"/>
                </a:solidFill>
              </a:rPr>
              <a:t>i auto-wins — no new branch created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273552"/>
            <a:ext cx="11430000" cy="32004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30098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Auto-win condition:  pair_lock(c, o) = c  for ALL contenders o  AND  ra[s_c, c] &gt; 0  (actively executing)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730752"/>
            <a:ext cx="91440" cy="68580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7673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BB0"/>
                </a:solidFill>
              </a:rPr>
              <a:t>Completeness guarantee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023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All priority combinations are enumerated at the first competition (pair_lock = 0 → two branches). Subsequent lock enforcement only prevents re-branching on the same path; sibling branches remain independent.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626864"/>
            <a:ext cx="91440" cy="685800"/>
          </a:xfrm>
          <a:prstGeom prst="rect">
            <a:avLst/>
          </a:prstGeom>
          <a:solidFill>
            <a:srgbClr val="D3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6634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35700"/>
                </a:solidFill>
              </a:rPr>
              <a:t>Key design decision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91947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Locks are NEVER cleared on reset. Clearing was the root cause of cycling in the prior version: cleared locks → repeated competition on the same path → infinite branches.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522976"/>
            <a:ext cx="91440" cy="68580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5595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C359E"/>
                </a:solidFill>
              </a:rPr>
              <a:t>Third-system entry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81558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If system n3 enters with pair_lock(n1, n3) = 0, auto-win does not apply → new branches are automatically created to cover all orderings involving n3.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 2 — x / V_temp Co-Decision  (space_variants)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Allowing reset sub-tasks to displace V_temp occupants → strictly better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8A44"/>
                </a:solidFill>
              </a:rPr>
              <a:t>Mod 2 / 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10058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064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078992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Original method: reset sub-task schedule x depends unilaterally on current V_temp occupant → cannot reach solutions requiring V_temp reassignment (suboptimal in some cases).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72768"/>
            <a:ext cx="11430000" cy="32004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002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Modification:  space_variants  generates multiple branches when reset system n needs space m (occupied by np)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93392"/>
            <a:ext cx="2066543" cy="365760"/>
          </a:xfrm>
          <a:prstGeom prst="rect">
            <a:avLst/>
          </a:prstGeom>
          <a:solidFill>
            <a:srgbClr val="D0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075688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8A44"/>
                </a:solidFill>
              </a:rPr>
              <a:t>pair_lock(n, np)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1993392"/>
            <a:ext cx="1883664" cy="365760"/>
          </a:xfrm>
          <a:prstGeom prst="rect">
            <a:avLst/>
          </a:prstGeom>
          <a:solidFill>
            <a:srgbClr val="D0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6312" y="2075688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8A44"/>
                </a:solidFill>
              </a:rPr>
              <a:t>Branch 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993392"/>
            <a:ext cx="4078224" cy="365760"/>
          </a:xfrm>
          <a:prstGeom prst="rect">
            <a:avLst/>
          </a:prstGeom>
          <a:solidFill>
            <a:srgbClr val="D0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2075688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8A44"/>
                </a:solidFill>
              </a:rPr>
              <a:t>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1993392"/>
            <a:ext cx="2980944" cy="365760"/>
          </a:xfrm>
          <a:prstGeom prst="rect">
            <a:avLst/>
          </a:prstGeom>
          <a:solidFill>
            <a:srgbClr val="D0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2075688"/>
            <a:ext cx="2871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8A44"/>
                </a:solidFill>
              </a:rPr>
              <a:t>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95728"/>
            <a:ext cx="2066543" cy="365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2487168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0  (never competed)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2395728"/>
            <a:ext cx="1883664" cy="365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6312" y="2487168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8A44"/>
                </a:solidFill>
              </a:rPr>
              <a:t>wait + displace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2395728"/>
            <a:ext cx="4078224" cy="365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6552" y="2487168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Both variants → 2 new branches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2395728"/>
            <a:ext cx="2980944" cy="365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2" y="2487168"/>
            <a:ext cx="2871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Both orderings explored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798064"/>
            <a:ext cx="206654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2889504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= np  (np won)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3160" y="2798064"/>
            <a:ext cx="18836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96312" y="2889504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8A44"/>
                </a:solidFill>
              </a:rPr>
              <a:t>wait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2798064"/>
            <a:ext cx="40782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2889504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np keeps space 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2798064"/>
            <a:ext cx="2980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2889504"/>
            <a:ext cx="2871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n waits for np to finish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200400"/>
            <a:ext cx="2066543" cy="365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329184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= n   (n won)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3160" y="3200400"/>
            <a:ext cx="1883664" cy="365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96312" y="3291840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8A44"/>
                </a:solidFill>
              </a:rPr>
              <a:t>displace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3200400"/>
            <a:ext cx="4078224" cy="365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6552" y="3291840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np evicted from V_temp, fully reset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200" y="3200400"/>
            <a:ext cx="2980944" cy="365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1352" y="3291840"/>
            <a:ext cx="2871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n immediately re-enters 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337560"/>
            <a:ext cx="91440" cy="713232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3741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8A44"/>
                </a:solidFill>
              </a:rPr>
              <a:t>Displace branch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363016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np is removed from V_temp and fully reset (ra ← C, x ← {}). System n's sub-task start time is aligned to the moment space m becomes available, eliminating idle gaps. This is the mechanism that allows ON to find strictly cheaper solutions than OFF (verified in Trial 13: g_ON = 1.58 vs g_OFF = 1.72).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270248"/>
            <a:ext cx="91440" cy="71323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3068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BB0"/>
                </a:solidFill>
              </a:rPr>
              <a:t>Scope constraint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56285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Only the pending V_temp requests of other systems are modified. V_valid assignments already committed by traverse_columns in the main branching loop remain untouched — the co-decision applies only to V_temp, not V_valid.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202936"/>
            <a:ext cx="91440" cy="713232"/>
          </a:xfrm>
          <a:prstGeom prst="rect">
            <a:avLst/>
          </a:prstGeom>
          <a:solidFill>
            <a:srgbClr val="D3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239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35700"/>
                </a:solidFill>
              </a:rPr>
              <a:t>Why OFF cannot find these solutions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49554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OFF treats V_temp as fixed: x must wait for the current occupant np. This locks priority to np, preventing the displace branch from being explored.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D3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 3 — reset_since: Stale Occupation Record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Invalidating historical V entries after a reset without modifying shared parent nodes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35700"/>
                </a:solidFill>
              </a:rPr>
              <a:t>Mod 3 / 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10058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064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078992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After system n is reset, its historical V occupation records are invalid for the current branch. V cannot be directly modified — it is shared across all ancestor nodes.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72768"/>
            <a:ext cx="11430000" cy="320040"/>
          </a:xfrm>
          <a:prstGeom prst="rect">
            <a:avLst/>
          </a:prstGeom>
          <a:solidFill>
            <a:srgbClr val="D3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002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Solution:  Each node stores  reset_since[n]  —  a 1×N vector recording the reset timestamp for each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29968"/>
            <a:ext cx="73152" cy="1005840"/>
          </a:xfrm>
          <a:prstGeom prst="rect">
            <a:avLst/>
          </a:prstGeom>
          <a:solidFill>
            <a:srgbClr val="D3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" y="2029968"/>
            <a:ext cx="11356848" cy="1005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031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35700"/>
                </a:solidFill>
              </a:rPr>
              <a:t>On interrupt at time tw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1401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Set  reset_since[n] = tw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883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Clear stale reservations:  x{n}{k} = {}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6265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V is NOT modified  (ancestor nodes share the same V matrix)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64408"/>
            <a:ext cx="73152" cy="1005840"/>
          </a:xfrm>
          <a:prstGeom prst="rect">
            <a:avLst/>
          </a:prstGeom>
          <a:solidFill>
            <a:srgbClr val="D3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" y="3264408"/>
            <a:ext cx="11356848" cy="1005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337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35700"/>
                </a:solidFill>
              </a:rPr>
              <a:t>During resource check  (check_resc_occupation)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64845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V entries for system n with timestamp &lt; reset_since[n] are ignored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92277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Only records created after the last reset are considered valid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526280"/>
            <a:ext cx="11430000" cy="320040"/>
          </a:xfrm>
          <a:prstGeom prst="rect">
            <a:avLst/>
          </a:prstGeom>
          <a:solidFill>
            <a:srgbClr val="5D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55371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Final schedule reconstruction from a complete leaf node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56048"/>
            <a:ext cx="1097280" cy="384048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0200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gamma[n]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020056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Authoritative occupation intervals written when each sub-task completes. Primary source for the scheduling timeline.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522976"/>
            <a:ext cx="1097280" cy="384048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586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x{n}{k}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58698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Reservation records generated during resets: {t_start, t_end, sub_index, space}. Covers sub-tasks that were rescheduled but not yet completed at the leaf.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089904"/>
            <a:ext cx="1097280" cy="384048"/>
          </a:xfrm>
          <a:prstGeom prst="rect">
            <a:avLst/>
          </a:prstGeom>
          <a:solidFill>
            <a:srgbClr val="D3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1539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Filter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61539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Merge gamma and x; discard any entry for system n with timestamp &lt; reset_since[n]. The result is the valid, non-overlapping schedule for each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 4 — T_bound: Serial Worst-Case Pruning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Removing open nodes that cannot improve over a naive serial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1645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C359E"/>
                </a:solidFill>
              </a:rPr>
              <a:t>Mod 4 / 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10058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064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078992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The open list accumulates nodes whose schedules are provably worse than executing all tasks serially, wasting search time on paths that can never be competitive.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72768"/>
            <a:ext cx="11430000" cy="1417320"/>
          </a:xfrm>
          <a:prstGeom prst="rect">
            <a:avLst/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572768"/>
            <a:ext cx="73152" cy="141732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276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C359E"/>
                </a:solidFill>
              </a:rPr>
              <a:t>Worst-case serial completion time: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</a:rPr>
              <a:t>T_bound  =  max_n ( α̃_n )  +  Σ_{n=1}^{N} Σ_{s=1}^{S} C_{s,n}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957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B82"/>
                </a:solidFill>
              </a:rPr>
              <a:t>where  α̃_n = d1_n + (R/2 − W/2) / v_max  is the earliest arrival time of system n at the merge zone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90672"/>
            <a:ext cx="11430000" cy="41148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1363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Pruning rule:  remove any node from OPEN where  tw &gt; T_bound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39312"/>
            <a:ext cx="91440" cy="74980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7588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C359E"/>
                </a:solidFill>
              </a:rP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9502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T_bound = time if the last-arriving system waits for ALL other systems' sub-tasks to complete serially before starting. Any valid cooperative schedule must finish earlier than this bound.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599432"/>
            <a:ext cx="91440" cy="749808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360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BB0"/>
                </a:solidFill>
              </a:rPr>
              <a:t>Validity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9103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tw in the search tree represents the current decision point time. A node with tw &gt; T_bound cannot possibly produce a schedule better than the serial baseline, so all descendants are safely pruned.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559552"/>
            <a:ext cx="91440" cy="749808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5961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8A44"/>
                </a:solidFill>
              </a:rPr>
              <a:t>Application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704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Applied to both WeakRule ON and OFF in the current implementation. For WeakRule OFF, tw is monotonically non-decreasing, making the bound especially tight. For WeakRule ON, displacement may cause non-monotone tw, but the bound remains valid as a sufficient (conservative) pruning condition.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Summary — Four Core Modifications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WeakRule ON vs. original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1975104" cy="42062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17043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Modification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078992"/>
            <a:ext cx="2706624" cy="42062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13432" y="1170432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Problem Addressed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078992"/>
            <a:ext cx="3895344" cy="42062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6632" y="1170432"/>
            <a:ext cx="3785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Mechanism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078992"/>
            <a:ext cx="3163824" cy="42062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8552" y="1170432"/>
            <a:ext cx="3054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Guarantee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536192"/>
            <a:ext cx="1975104" cy="42062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1536192"/>
            <a:ext cx="64008" cy="42062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5910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BB0"/>
                </a:solidFill>
              </a:rPr>
              <a:t>Mod 1
Pairwise Priority 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1536192"/>
            <a:ext cx="2706624" cy="42062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0008" y="159105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Tree explosion &amp; cycling from repeated contention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1536192"/>
            <a:ext cx="3895344" cy="42062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3208" y="1591056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N×N pair_lock records pairwise winners; auto-win skips branching if candidate beats all via established locks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1536192"/>
            <a:ext cx="3163824" cy="42062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159105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All orderings explored once at first encounter; no redundant re-branching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993391"/>
            <a:ext cx="197510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1993391"/>
            <a:ext cx="64008" cy="420624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" y="2048255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8A44"/>
                </a:solidFill>
              </a:rPr>
              <a:t>Mod 2
x / V_temp Co-Decision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1993391"/>
            <a:ext cx="2706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0008" y="2048255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Reset schedule x constrained by fixed V_temp → suboptimal solutions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1993391"/>
            <a:ext cx="389534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93208" y="2048255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space_variants generates wait and displace branches; displace evicts V_temp occupant and aligns reset timing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15400" y="1993391"/>
            <a:ext cx="31638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5128" y="2048255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ON can find solutions strictly better than OFF (e.g. Trial 13: 1.58 vs 1.72)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2450591"/>
            <a:ext cx="1975104" cy="42062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2450591"/>
            <a:ext cx="64008" cy="420624"/>
          </a:xfrm>
          <a:prstGeom prst="rect">
            <a:avLst/>
          </a:prstGeom>
          <a:solidFill>
            <a:srgbClr val="D3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" y="25054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35700"/>
                </a:solidFill>
              </a:rPr>
              <a:t>Mod 3
reset_since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2450591"/>
            <a:ext cx="2706624" cy="42062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250545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Stale V records persist after reset; V shared across nodes cannot be modified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2450591"/>
            <a:ext cx="3895344" cy="42062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93208" y="2505456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reset_since[n]=tw marks reset time; V entries before tw ignored; x cleared; schedule rebuilt from gamma+x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5400" y="2450591"/>
            <a:ext cx="3163824" cy="42062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5128" y="250545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Correct schedule reconstruction without corrupting shared ancestor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907791"/>
            <a:ext cx="197510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" y="2907791"/>
            <a:ext cx="64008" cy="420624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" y="29626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C359E"/>
                </a:solidFill>
              </a:rPr>
              <a:t>Mod 4
T_bound Pruning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40280" y="2907791"/>
            <a:ext cx="2706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50008" y="296265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Open list polluted with nodes worse than serial execution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2907791"/>
            <a:ext cx="389534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93208" y="2962656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T_bound = max(α̃_n) + ΣC; nodes with tw &gt; T_bound removed from OPEN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15400" y="2907791"/>
            <a:ext cx="31638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25128" y="296265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Search focused on competitive regions; provably safe pruning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" y="576072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6BB0"/>
                </a:solidFill>
              </a:rPr>
              <a:t>Result across 90 random trials (Test 1–3):  51 cost-match · 3 cases ON strictly better · 0 cases ON suboptimal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" y="617220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B82"/>
                </a:solidFill>
              </a:rPr>
              <a:t>WeakRule ON is never worse than OFF, and achieves up to 16× speedup on N=3–6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