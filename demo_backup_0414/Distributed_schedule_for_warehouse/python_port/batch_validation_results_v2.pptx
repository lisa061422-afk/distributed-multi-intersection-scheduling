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Distributed Scheduling for Warehouse AMR
Python ADMM — Batch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20 Random Scenarios  |  N = 10 ~ 15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</a:rPr>
              <a:t>2026-04-24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Warehouse topology:  </a:t>
            </a:r>
            <a:r>
              <a:rPr sz="1300">
                <a:solidFill>
                  <a:srgbClr val="262626"/>
                </a:solidFill>
              </a:rPr>
              <a:t>4 Intersection agents (merging zones) + 4 Road agents + 1 Terminal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Vehicle count:  </a:t>
            </a:r>
            <a:r>
              <a:rPr sz="1300">
                <a:solidFill>
                  <a:srgbClr val="262626"/>
                </a:solidFill>
              </a:rPr>
              <a:t>N = 10 ~ 15 AGVs; each follows a pre-assigned route through 2–4 intersections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23744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780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ADMM formulation:  </a:t>
            </a:r>
            <a:r>
              <a:rPr sz="1300">
                <a:solidFill>
                  <a:srgbClr val="262626"/>
                </a:solidFill>
              </a:rPr>
              <a:t>Each agent solves a local QP; consensus on shared entry/exit times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36976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9125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Closed-form solution:  </a:t>
            </a:r>
            <a:r>
              <a:rPr sz="1300">
                <a:solidFill>
                  <a:srgbClr val="262626"/>
                </a:solidFill>
              </a:rPr>
              <a:t>x* = max(-f / [4(rho1+rho2)],  alpha_tilde)  — no numerical solver needed in most cases; only falls back to SLSQP when mutual-exclusion is violated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50208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0448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Parallel execution:  </a:t>
            </a:r>
            <a:r>
              <a:rPr sz="1300">
                <a:solidFill>
                  <a:srgbClr val="262626"/>
                </a:solidFill>
              </a:rPr>
              <a:t>Intersection agents solved concurrently via ProcessPoolExecutor (pre-warmed; zero startup cost during online MPC)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Convergence criteria:  </a:t>
            </a:r>
            <a:r>
              <a:rPr sz="1300">
                <a:solidFill>
                  <a:srgbClr val="262626"/>
                </a:solidFill>
              </a:rPr>
              <a:t>Primal residual r &lt; 0.01  AND  dual residual s &lt; 0.01  (max 50 iterations)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Batch Validation — 20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" y="960120"/>
          <a:ext cx="4754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320040"/>
                <a:gridCol w="502920"/>
                <a:gridCol w="411480"/>
                <a:gridCol w="685800"/>
                <a:gridCol w="868680"/>
                <a:gridCol w="868680"/>
                <a:gridCol w="777240"/>
              </a:tblGrid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Seed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T_seq (s)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T_par (s)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0.857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1.42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1.58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500"/>
                          </a:solidFill>
                        </a:rPr>
                        <a:t>0.90x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1.19x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1.931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0.57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1.35x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1.32x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2.919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1.91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2.19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500"/>
                          </a:solidFill>
                        </a:rPr>
                        <a:t>0.87x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1.09x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0.733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</a:rPr>
                        <a:t>2.15x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3.213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500"/>
                          </a:solidFill>
                        </a:rPr>
                        <a:t>0.95x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1.235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1.26x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301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1.220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1.15x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1.03x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303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1.215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1.20x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1.07x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305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3.463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1.46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1.22x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1.312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1.29x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1.37x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5.473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7.22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6.77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1.07x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24820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9.981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</a:rPr>
                        <a:t>1.21x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Avg Sequential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1.42 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Avg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1.26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Avg Speedup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1.21x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097280"/>
            <a:ext cx="18288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1155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497D"/>
                </a:solidFill>
              </a:rPr>
              <a:t>Max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17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</a:rPr>
              <a:t>6.77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87168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Analytical closed-form QP:  </a:t>
            </a:r>
            <a:r>
              <a:rPr sz="1300">
                <a:solidFill>
                  <a:srgbClr val="262626"/>
                </a:solidFill>
              </a:rPr>
              <a:t>Most intersection sub-problems solved in O(N) without a numerical solver; only ~5% of calls need SLSQP fallback.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91839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Parallel speedup pattern:  </a:t>
            </a:r>
            <a:r>
              <a:rPr sz="1300">
                <a:solidFill>
                  <a:srgbClr val="262626"/>
                </a:solidFill>
              </a:rPr>
              <a:t>Small N (10): near 1x (IPC overhead dominates).  Medium-large N (13-15): consistent 1.3-1.8x speedup.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96512"/>
            <a:ext cx="109728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3250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Python vs MATLAB parallel:  </a:t>
            </a:r>
            <a:r>
              <a:rPr sz="1300">
                <a:solidFill>
                  <a:srgbClr val="262626"/>
                </a:solidFill>
              </a:rPr>
              <a:t>Python avg ~2x faster than MATLAB parallel (6 s): closed-form QP eliminates most quadprog calls entirely.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01184"/>
            <a:ext cx="109728" cy="109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37176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000"/>
                </a:solidFill>
              </a:rPr>
              <a:t>Online MPC verdict:  </a:t>
            </a:r>
            <a:r>
              <a:rPr sz="1300">
                <a:solidFill>
                  <a:srgbClr val="262626"/>
                </a:solidFill>
              </a:rPr>
              <a:t>Recommend dt &gt;= 6.8 s for safe MPC 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